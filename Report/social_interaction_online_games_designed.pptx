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11247120" cy="4114800"/>
          </a:xfrm>
          <a:prstGeom prst="rect">
            <a:avLst/>
          </a:prstGeom>
          <a:solidFill>
            <a:srgbClr val="508CFF"/>
          </a:solidFill>
          <a:ln>
            <a:solidFill>
              <a:srgbClr val="5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Social Interaction in Online Games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Understanding communication, teamwork, and communities in gaming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41E46"/>
          </a:solidFill>
          <a:ln>
            <a:solidFill>
              <a:srgbClr val="14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5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9144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41E46"/>
                </a:solidFill>
              </a:defRPr>
            </a:pPr>
            <a:r>
              <a:t>• Online games connect millions of players worldwide</a:t>
            </a:r>
          </a:p>
          <a:p>
            <a:pPr>
              <a:spcAft>
                <a:spcPts val="1200"/>
              </a:spcAft>
              <a:defRPr sz="2000">
                <a:solidFill>
                  <a:srgbClr val="141E46"/>
                </a:solidFill>
              </a:defRPr>
            </a:pPr>
            <a:r>
              <a:t>• Players interact through chat, voice, and teamwork</a:t>
            </a:r>
          </a:p>
          <a:p>
            <a:pPr>
              <a:spcAft>
                <a:spcPts val="1200"/>
              </a:spcAft>
              <a:defRPr sz="2000">
                <a:solidFill>
                  <a:srgbClr val="141E46"/>
                </a:solidFill>
              </a:defRPr>
            </a:pPr>
            <a:r>
              <a:t>• Gaming communities influence social behavior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41E46"/>
          </a:solidFill>
          <a:ln>
            <a:solidFill>
              <a:srgbClr val="14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Types of Social Interaction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5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9144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41E46"/>
                </a:solidFill>
              </a:defRPr>
            </a:pPr>
            <a:r>
              <a:t>• Cooperative gameplay and team missions</a:t>
            </a:r>
          </a:p>
          <a:p>
            <a:pPr>
              <a:spcAft>
                <a:spcPts val="1200"/>
              </a:spcAft>
              <a:defRPr sz="2000">
                <a:solidFill>
                  <a:srgbClr val="141E46"/>
                </a:solidFill>
              </a:defRPr>
            </a:pPr>
            <a:r>
              <a:t>• Competitive interactions in ranked matches</a:t>
            </a:r>
          </a:p>
          <a:p>
            <a:pPr>
              <a:spcAft>
                <a:spcPts val="1200"/>
              </a:spcAft>
              <a:defRPr sz="2000">
                <a:solidFill>
                  <a:srgbClr val="141E46"/>
                </a:solidFill>
              </a:defRPr>
            </a:pPr>
            <a:r>
              <a:t>• Friendships and virtual communities</a:t>
            </a:r>
          </a:p>
          <a:p>
            <a:pPr>
              <a:spcAft>
                <a:spcPts val="1200"/>
              </a:spcAft>
              <a:defRPr sz="2000">
                <a:solidFill>
                  <a:srgbClr val="141E46"/>
                </a:solidFill>
              </a:defRPr>
            </a:pPr>
            <a:r>
              <a:t>• In-game trading and collaboration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41E46"/>
          </a:solidFill>
          <a:ln>
            <a:solidFill>
              <a:srgbClr val="14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Communication Methods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5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9144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41E46"/>
                </a:solidFill>
              </a:defRPr>
            </a:pPr>
            <a:r>
              <a:t>• Text chat systems</a:t>
            </a:r>
          </a:p>
          <a:p>
            <a:pPr>
              <a:spcAft>
                <a:spcPts val="1200"/>
              </a:spcAft>
              <a:defRPr sz="2000">
                <a:solidFill>
                  <a:srgbClr val="141E46"/>
                </a:solidFill>
              </a:defRPr>
            </a:pPr>
            <a:r>
              <a:t>• Voice communication platforms</a:t>
            </a:r>
          </a:p>
          <a:p>
            <a:pPr>
              <a:spcAft>
                <a:spcPts val="1200"/>
              </a:spcAft>
              <a:defRPr sz="2000">
                <a:solidFill>
                  <a:srgbClr val="141E46"/>
                </a:solidFill>
              </a:defRPr>
            </a:pPr>
            <a:r>
              <a:t>• Emotes and reactions</a:t>
            </a:r>
          </a:p>
          <a:p>
            <a:pPr>
              <a:spcAft>
                <a:spcPts val="1200"/>
              </a:spcAft>
              <a:defRPr sz="2000">
                <a:solidFill>
                  <a:srgbClr val="141E46"/>
                </a:solidFill>
              </a:defRPr>
            </a:pPr>
            <a:r>
              <a:t>• Streaming and social media integration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41E46"/>
          </a:solidFill>
          <a:ln>
            <a:solidFill>
              <a:srgbClr val="14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Positive Impacts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5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9144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41E46"/>
                </a:solidFill>
              </a:defRPr>
            </a:pPr>
            <a:r>
              <a:t>• Builds teamwork and leadership skills</a:t>
            </a:r>
          </a:p>
          <a:p>
            <a:pPr>
              <a:spcAft>
                <a:spcPts val="1200"/>
              </a:spcAft>
              <a:defRPr sz="2000">
                <a:solidFill>
                  <a:srgbClr val="141E46"/>
                </a:solidFill>
              </a:defRPr>
            </a:pPr>
            <a:r>
              <a:t>• Encourages global friendships</a:t>
            </a:r>
          </a:p>
          <a:p>
            <a:pPr>
              <a:spcAft>
                <a:spcPts val="1200"/>
              </a:spcAft>
              <a:defRPr sz="2000">
                <a:solidFill>
                  <a:srgbClr val="141E46"/>
                </a:solidFill>
              </a:defRPr>
            </a:pPr>
            <a:r>
              <a:t>• Improves communication abilities</a:t>
            </a:r>
          </a:p>
          <a:p>
            <a:pPr>
              <a:spcAft>
                <a:spcPts val="1200"/>
              </a:spcAft>
              <a:defRPr sz="2000">
                <a:solidFill>
                  <a:srgbClr val="141E46"/>
                </a:solidFill>
              </a:defRPr>
            </a:pPr>
            <a:r>
              <a:t>• Provides entertainment and stress relief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41E46"/>
          </a:solidFill>
          <a:ln>
            <a:solidFill>
              <a:srgbClr val="14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Negative Impacts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5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9144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41E46"/>
                </a:solidFill>
              </a:defRPr>
            </a:pPr>
            <a:r>
              <a:t>• Cyberbullying and toxic behavior</a:t>
            </a:r>
          </a:p>
          <a:p>
            <a:pPr>
              <a:spcAft>
                <a:spcPts val="1200"/>
              </a:spcAft>
              <a:defRPr sz="2000">
                <a:solidFill>
                  <a:srgbClr val="141E46"/>
                </a:solidFill>
              </a:defRPr>
            </a:pPr>
            <a:r>
              <a:t>• Gaming addiction risks</a:t>
            </a:r>
          </a:p>
          <a:p>
            <a:pPr>
              <a:spcAft>
                <a:spcPts val="1200"/>
              </a:spcAft>
              <a:defRPr sz="2000">
                <a:solidFill>
                  <a:srgbClr val="141E46"/>
                </a:solidFill>
              </a:defRPr>
            </a:pPr>
            <a:r>
              <a:t>• Privacy and security concerns</a:t>
            </a:r>
          </a:p>
          <a:p>
            <a:pPr>
              <a:spcAft>
                <a:spcPts val="1200"/>
              </a:spcAft>
              <a:defRPr sz="2000">
                <a:solidFill>
                  <a:srgbClr val="141E46"/>
                </a:solidFill>
              </a:defRPr>
            </a:pPr>
            <a:r>
              <a:t>• Online harassment issues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41E46"/>
          </a:solidFill>
          <a:ln>
            <a:solidFill>
              <a:srgbClr val="14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Role of Gaming Communities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5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9144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41E46"/>
                </a:solidFill>
              </a:defRPr>
            </a:pPr>
            <a:r>
              <a:t>• Guilds, clans, and esports teams</a:t>
            </a:r>
          </a:p>
          <a:p>
            <a:pPr>
              <a:spcAft>
                <a:spcPts val="1200"/>
              </a:spcAft>
              <a:defRPr sz="2000">
                <a:solidFill>
                  <a:srgbClr val="141E46"/>
                </a:solidFill>
              </a:defRPr>
            </a:pPr>
            <a:r>
              <a:t>• Online forums and Discord groups</a:t>
            </a:r>
          </a:p>
          <a:p>
            <a:pPr>
              <a:spcAft>
                <a:spcPts val="1200"/>
              </a:spcAft>
              <a:defRPr sz="2000">
                <a:solidFill>
                  <a:srgbClr val="141E46"/>
                </a:solidFill>
              </a:defRPr>
            </a:pPr>
            <a:r>
              <a:t>• Fan-created content and events</a:t>
            </a:r>
          </a:p>
          <a:p>
            <a:pPr>
              <a:spcAft>
                <a:spcPts val="1200"/>
              </a:spcAft>
              <a:defRPr sz="2000">
                <a:solidFill>
                  <a:srgbClr val="141E46"/>
                </a:solidFill>
              </a:defRPr>
            </a:pPr>
            <a:r>
              <a:t>• Community-driven game development feedback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41E46"/>
          </a:solidFill>
          <a:ln>
            <a:solidFill>
              <a:srgbClr val="14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Esports and Social Influence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5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9144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41E46"/>
                </a:solidFill>
              </a:defRPr>
            </a:pPr>
            <a:r>
              <a:t>• Competitive gaming creates fan communities</a:t>
            </a:r>
          </a:p>
          <a:p>
            <a:pPr>
              <a:spcAft>
                <a:spcPts val="1200"/>
              </a:spcAft>
              <a:defRPr sz="2000">
                <a:solidFill>
                  <a:srgbClr val="141E46"/>
                </a:solidFill>
              </a:defRPr>
            </a:pPr>
            <a:r>
              <a:t>• Professional gamers influence trends</a:t>
            </a:r>
          </a:p>
          <a:p>
            <a:pPr>
              <a:spcAft>
                <a:spcPts val="1200"/>
              </a:spcAft>
              <a:defRPr sz="2000">
                <a:solidFill>
                  <a:srgbClr val="141E46"/>
                </a:solidFill>
              </a:defRPr>
            </a:pPr>
            <a:r>
              <a:t>• Streaming platforms increase interaction</a:t>
            </a:r>
          </a:p>
          <a:p>
            <a:pPr>
              <a:spcAft>
                <a:spcPts val="1200"/>
              </a:spcAft>
              <a:defRPr sz="2000">
                <a:solidFill>
                  <a:srgbClr val="141E46"/>
                </a:solidFill>
              </a:defRPr>
            </a:pPr>
            <a:r>
              <a:t>• Global tournaments unite audiences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41E46"/>
          </a:solidFill>
          <a:ln>
            <a:solidFill>
              <a:srgbClr val="14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Future of Social Interaction in Games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5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9144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41E46"/>
                </a:solidFill>
              </a:defRPr>
            </a:pPr>
            <a:r>
              <a:t>• Virtual Reality (VR) social gaming</a:t>
            </a:r>
          </a:p>
          <a:p>
            <a:pPr>
              <a:spcAft>
                <a:spcPts val="1200"/>
              </a:spcAft>
              <a:defRPr sz="2000">
                <a:solidFill>
                  <a:srgbClr val="141E46"/>
                </a:solidFill>
              </a:defRPr>
            </a:pPr>
            <a:r>
              <a:t>• AI-powered player interaction</a:t>
            </a:r>
          </a:p>
          <a:p>
            <a:pPr>
              <a:spcAft>
                <a:spcPts val="1200"/>
              </a:spcAft>
              <a:defRPr sz="2000">
                <a:solidFill>
                  <a:srgbClr val="141E46"/>
                </a:solidFill>
              </a:defRPr>
            </a:pPr>
            <a:r>
              <a:t>• Cross-platform communication</a:t>
            </a:r>
          </a:p>
          <a:p>
            <a:pPr>
              <a:spcAft>
                <a:spcPts val="1200"/>
              </a:spcAft>
              <a:defRPr sz="2000">
                <a:solidFill>
                  <a:srgbClr val="141E46"/>
                </a:solidFill>
              </a:defRPr>
            </a:pPr>
            <a:r>
              <a:t>• Metaverse and virtual social spaces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41E46"/>
          </a:solidFill>
          <a:ln>
            <a:solidFill>
              <a:srgbClr val="14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5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9144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41E46"/>
                </a:solidFill>
              </a:defRPr>
            </a:pPr>
            <a:r>
              <a:t>• Online games are powerful social platforms</a:t>
            </a:r>
          </a:p>
          <a:p>
            <a:pPr>
              <a:spcAft>
                <a:spcPts val="1200"/>
              </a:spcAft>
              <a:defRPr sz="2000">
                <a:solidFill>
                  <a:srgbClr val="141E46"/>
                </a:solidFill>
              </a:defRPr>
            </a:pPr>
            <a:r>
              <a:t>• They create opportunities and challenges</a:t>
            </a:r>
          </a:p>
          <a:p>
            <a:pPr>
              <a:spcAft>
                <a:spcPts val="1200"/>
              </a:spcAft>
              <a:defRPr sz="2000">
                <a:solidFill>
                  <a:srgbClr val="141E46"/>
                </a:solidFill>
              </a:defRPr>
            </a:pPr>
            <a:r>
              <a:t>• Healthy interaction improves gaming experiences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